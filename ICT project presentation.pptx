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8288000" cy="10287000"/>
  <p:notesSz cx="6858000" cy="9144000"/>
  <p:embeddedFontLst>
    <p:embeddedFont>
      <p:font typeface="Lora" pitchFamily="2" charset="0"/>
      <p:regular r:id="rId11"/>
    </p:embeddedFont>
    <p:embeddedFont>
      <p:font typeface="Now Bold" panose="020B0604020202020204" charset="0"/>
      <p:regular r:id="rId12"/>
    </p:embeddedFont>
    <p:embeddedFont>
      <p:font typeface="Now Light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46" d="100"/>
          <a:sy n="46" d="100"/>
        </p:scale>
        <p:origin x="1186" y="2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11-Dec-24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11-Dec-24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11-Dec-24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11-Dec-24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11-Dec-24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11-Dec-24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6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48241" y="0"/>
            <a:ext cx="11439759" cy="10287000"/>
            <a:chOff x="0" y="0"/>
            <a:chExt cx="15253012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20044" b="20044"/>
            <a:stretch>
              <a:fillRect/>
            </a:stretch>
          </p:blipFill>
          <p:spPr>
            <a:xfrm>
              <a:off x="0" y="0"/>
              <a:ext cx="15253012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028700" y="811709"/>
            <a:ext cx="3789424" cy="1086034"/>
            <a:chOff x="0" y="-57150"/>
            <a:chExt cx="998038" cy="286034"/>
          </a:xfrm>
        </p:grpSpPr>
        <p:sp>
          <p:nvSpPr>
            <p:cNvPr id="5" name="Freeform 5"/>
            <p:cNvSpPr/>
            <p:nvPr/>
          </p:nvSpPr>
          <p:spPr>
            <a:xfrm>
              <a:off x="0" y="-28575"/>
              <a:ext cx="998038" cy="228884"/>
            </a:xfrm>
            <a:custGeom>
              <a:avLst/>
              <a:gdLst/>
              <a:ahLst/>
              <a:cxnLst/>
              <a:rect l="l" t="t" r="r" b="b"/>
              <a:pathLst>
                <a:path w="998038" h="228884">
                  <a:moveTo>
                    <a:pt x="114442" y="0"/>
                  </a:moveTo>
                  <a:lnTo>
                    <a:pt x="883596" y="0"/>
                  </a:lnTo>
                  <a:cubicBezTo>
                    <a:pt x="946800" y="0"/>
                    <a:pt x="998038" y="51237"/>
                    <a:pt x="998038" y="114442"/>
                  </a:cubicBezTo>
                  <a:lnTo>
                    <a:pt x="998038" y="114442"/>
                  </a:lnTo>
                  <a:cubicBezTo>
                    <a:pt x="998038" y="177646"/>
                    <a:pt x="946800" y="228884"/>
                    <a:pt x="883596" y="228884"/>
                  </a:cubicBezTo>
                  <a:lnTo>
                    <a:pt x="114442" y="228884"/>
                  </a:lnTo>
                  <a:cubicBezTo>
                    <a:pt x="51237" y="228884"/>
                    <a:pt x="0" y="177646"/>
                    <a:pt x="0" y="114442"/>
                  </a:cubicBezTo>
                  <a:lnTo>
                    <a:pt x="0" y="114442"/>
                  </a:lnTo>
                  <a:cubicBezTo>
                    <a:pt x="0" y="51237"/>
                    <a:pt x="51237" y="0"/>
                    <a:pt x="11444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1F0EE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998038" cy="286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r>
                <a:rPr lang="en-US" sz="3200" b="1" dirty="0" err="1">
                  <a:solidFill>
                    <a:srgbClr val="FFFFFF"/>
                  </a:solidFill>
                  <a:latin typeface="Now Light"/>
                  <a:ea typeface="Now Light"/>
                  <a:cs typeface="Now Light"/>
                  <a:sym typeface="Now Light"/>
                </a:rPr>
                <a:t>VogueVista</a:t>
              </a:r>
              <a:endParaRPr lang="en-US" sz="3200" b="1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5343525"/>
            <a:ext cx="8695729" cy="2226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9000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 Fashion</a:t>
            </a:r>
          </a:p>
          <a:p>
            <a:pPr algn="l">
              <a:lnSpc>
                <a:spcPts val="8640"/>
              </a:lnSpc>
            </a:pPr>
            <a:r>
              <a:rPr lang="en-US" sz="9000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website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646795"/>
            <a:ext cx="5602399" cy="1367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Ayesha Chaudhary    24F-0621</a:t>
            </a:r>
          </a:p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Qandeela Azhar       24F-3007</a:t>
            </a:r>
          </a:p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Hanan Mushtaq         24F-0814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6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755171" cy="10287000"/>
            <a:chOff x="0" y="0"/>
            <a:chExt cx="7673561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8014" r="8014"/>
            <a:stretch>
              <a:fillRect/>
            </a:stretch>
          </p:blipFill>
          <p:spPr>
            <a:xfrm>
              <a:off x="0" y="0"/>
              <a:ext cx="7673561" cy="13716000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7360677" y="3621396"/>
            <a:ext cx="1043036" cy="75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578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60677" y="1841873"/>
            <a:ext cx="8066925" cy="719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5780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SECTIONS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286231" y="3621396"/>
            <a:ext cx="1043036" cy="75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578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60677" y="4740275"/>
            <a:ext cx="1043036" cy="75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578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86231" y="4740275"/>
            <a:ext cx="1043036" cy="75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578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06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60677" y="5858149"/>
            <a:ext cx="1043036" cy="75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578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60677" y="6976023"/>
            <a:ext cx="1043036" cy="75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578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04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03713" y="3684716"/>
            <a:ext cx="3452797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HOME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454404" y="3684716"/>
            <a:ext cx="3804896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ACCESSORIES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03713" y="5921469"/>
            <a:ext cx="3882517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WOMEN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03713" y="4803595"/>
            <a:ext cx="3295509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MEN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54404" y="4803595"/>
            <a:ext cx="3103269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ABOUT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03713" y="7039343"/>
            <a:ext cx="3190651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KIDS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3532890" y="8389257"/>
            <a:ext cx="3789424" cy="869043"/>
            <a:chOff x="0" y="0"/>
            <a:chExt cx="998038" cy="22888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98038" cy="228884"/>
            </a:xfrm>
            <a:custGeom>
              <a:avLst/>
              <a:gdLst/>
              <a:ahLst/>
              <a:cxnLst/>
              <a:rect l="l" t="t" r="r" b="b"/>
              <a:pathLst>
                <a:path w="998038" h="228884">
                  <a:moveTo>
                    <a:pt x="114442" y="0"/>
                  </a:moveTo>
                  <a:lnTo>
                    <a:pt x="883596" y="0"/>
                  </a:lnTo>
                  <a:cubicBezTo>
                    <a:pt x="946800" y="0"/>
                    <a:pt x="998038" y="51237"/>
                    <a:pt x="998038" y="114442"/>
                  </a:cubicBezTo>
                  <a:lnTo>
                    <a:pt x="998038" y="114442"/>
                  </a:lnTo>
                  <a:cubicBezTo>
                    <a:pt x="998038" y="177646"/>
                    <a:pt x="946800" y="228884"/>
                    <a:pt x="883596" y="228884"/>
                  </a:cubicBezTo>
                  <a:lnTo>
                    <a:pt x="114442" y="228884"/>
                  </a:lnTo>
                  <a:cubicBezTo>
                    <a:pt x="51237" y="228884"/>
                    <a:pt x="0" y="177646"/>
                    <a:pt x="0" y="114442"/>
                  </a:cubicBezTo>
                  <a:lnTo>
                    <a:pt x="0" y="114442"/>
                  </a:lnTo>
                  <a:cubicBezTo>
                    <a:pt x="0" y="51237"/>
                    <a:pt x="51237" y="0"/>
                    <a:pt x="11444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1F0EE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998038" cy="286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r>
                <a:rPr lang="en-US" sz="2600" dirty="0" err="1">
                  <a:solidFill>
                    <a:srgbClr val="FFFFFF"/>
                  </a:solidFill>
                  <a:latin typeface="Now Light"/>
                  <a:ea typeface="Now Light"/>
                  <a:cs typeface="Now Light"/>
                  <a:sym typeface="Now Light"/>
                </a:rPr>
                <a:t>VogueVista</a:t>
              </a:r>
              <a:endParaRPr lang="en-US" sz="2600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474985" cy="10287000"/>
            <a:chOff x="0" y="0"/>
            <a:chExt cx="65184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51848" cy="2709333"/>
            </a:xfrm>
            <a:custGeom>
              <a:avLst/>
              <a:gdLst/>
              <a:ahLst/>
              <a:cxnLst/>
              <a:rect l="l" t="t" r="r" b="b"/>
              <a:pathLst>
                <a:path w="651848" h="2709333">
                  <a:moveTo>
                    <a:pt x="0" y="0"/>
                  </a:moveTo>
                  <a:lnTo>
                    <a:pt x="651848" y="0"/>
                  </a:lnTo>
                  <a:lnTo>
                    <a:pt x="65184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46F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51848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t="29982" b="29982"/>
          <a:stretch>
            <a:fillRect/>
          </a:stretch>
        </p:blipFill>
        <p:spPr>
          <a:xfrm>
            <a:off x="9851210" y="4806733"/>
            <a:ext cx="7408090" cy="4451567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 rot="-5400000">
            <a:off x="-650853" y="7410576"/>
            <a:ext cx="3789424" cy="869043"/>
            <a:chOff x="0" y="0"/>
            <a:chExt cx="998038" cy="2288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98038" cy="228884"/>
            </a:xfrm>
            <a:custGeom>
              <a:avLst/>
              <a:gdLst/>
              <a:ahLst/>
              <a:cxnLst/>
              <a:rect l="l" t="t" r="r" b="b"/>
              <a:pathLst>
                <a:path w="998038" h="228884">
                  <a:moveTo>
                    <a:pt x="114442" y="0"/>
                  </a:moveTo>
                  <a:lnTo>
                    <a:pt x="883596" y="0"/>
                  </a:lnTo>
                  <a:cubicBezTo>
                    <a:pt x="946800" y="0"/>
                    <a:pt x="998038" y="51237"/>
                    <a:pt x="998038" y="114442"/>
                  </a:cubicBezTo>
                  <a:lnTo>
                    <a:pt x="998038" y="114442"/>
                  </a:lnTo>
                  <a:cubicBezTo>
                    <a:pt x="998038" y="177646"/>
                    <a:pt x="946800" y="228884"/>
                    <a:pt x="883596" y="228884"/>
                  </a:cubicBezTo>
                  <a:lnTo>
                    <a:pt x="114442" y="228884"/>
                  </a:lnTo>
                  <a:cubicBezTo>
                    <a:pt x="51237" y="228884"/>
                    <a:pt x="0" y="177646"/>
                    <a:pt x="0" y="114442"/>
                  </a:cubicBezTo>
                  <a:lnTo>
                    <a:pt x="0" y="114442"/>
                  </a:lnTo>
                  <a:cubicBezTo>
                    <a:pt x="0" y="51237"/>
                    <a:pt x="51237" y="0"/>
                    <a:pt x="11444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1F0EE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998038" cy="286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r>
                <a:rPr lang="en-US" sz="2600" dirty="0" err="1">
                  <a:solidFill>
                    <a:srgbClr val="FFFFFF"/>
                  </a:solidFill>
                  <a:latin typeface="Now Light"/>
                  <a:ea typeface="Now Light"/>
                  <a:cs typeface="Now Light"/>
                  <a:sym typeface="Now Light"/>
                </a:rPr>
                <a:t>VogueVista</a:t>
              </a:r>
              <a:endParaRPr lang="en-US" sz="2600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914323" y="2095500"/>
            <a:ext cx="4838700" cy="11236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640"/>
              </a:lnSpc>
            </a:pPr>
            <a:r>
              <a:rPr lang="en-US" sz="9000" dirty="0">
                <a:solidFill>
                  <a:srgbClr val="222222"/>
                </a:solidFill>
                <a:latin typeface="Lora"/>
                <a:ea typeface="Lora"/>
                <a:cs typeface="Lora"/>
                <a:sym typeface="Lora"/>
              </a:rPr>
              <a:t>HOME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51186" y="6186389"/>
            <a:ext cx="5892814" cy="1369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 b="1" dirty="0">
                <a:solidFill>
                  <a:srgbClr val="222222"/>
                </a:solidFill>
                <a:latin typeface="Now Bold"/>
                <a:ea typeface="Now Bold"/>
                <a:cs typeface="Now Bold"/>
                <a:sym typeface="Now Bold"/>
              </a:rPr>
              <a:t>Home page contains the links and description of other sections with pictures in the middle.</a:t>
            </a:r>
          </a:p>
        </p:txBody>
      </p:sp>
      <p:pic>
        <p:nvPicPr>
          <p:cNvPr id="15" name="Picture 14" descr="A person holding flowers&#10;&#10;Description automatically generated">
            <a:extLst>
              <a:ext uri="{FF2B5EF4-FFF2-40B4-BE49-F238E27FC236}">
                <a16:creationId xmlns:a16="http://schemas.microsoft.com/office/drawing/2014/main" id="{6C4A151E-CA4C-C4B0-7256-DC094434D5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711499"/>
            <a:ext cx="8572500" cy="411349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70B28C3-3CAE-F480-F48F-6433015683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4708416"/>
            <a:ext cx="8194465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377024" cy="10287000"/>
            <a:chOff x="0" y="0"/>
            <a:chExt cx="1679545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9546" cy="2709333"/>
            </a:xfrm>
            <a:custGeom>
              <a:avLst/>
              <a:gdLst/>
              <a:ahLst/>
              <a:cxnLst/>
              <a:rect l="l" t="t" r="r" b="b"/>
              <a:pathLst>
                <a:path w="1679546" h="2709333">
                  <a:moveTo>
                    <a:pt x="0" y="0"/>
                  </a:moveTo>
                  <a:lnTo>
                    <a:pt x="1679546" y="0"/>
                  </a:lnTo>
                  <a:lnTo>
                    <a:pt x="167954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46F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679545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77024" y="2263336"/>
            <a:ext cx="10174313" cy="5760329"/>
            <a:chOff x="0" y="0"/>
            <a:chExt cx="13565751" cy="7680438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t="7550" b="7550"/>
            <a:stretch>
              <a:fillRect/>
            </a:stretch>
          </p:blipFill>
          <p:spPr>
            <a:xfrm>
              <a:off x="0" y="0"/>
              <a:ext cx="13565751" cy="7680438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2286000" y="1760318"/>
            <a:ext cx="3247577" cy="599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63"/>
              </a:lnSpc>
            </a:pPr>
            <a:r>
              <a:rPr lang="en-US" sz="4754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MEN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2466" y="3124035"/>
            <a:ext cx="4495833" cy="1829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Applied </a:t>
            </a:r>
            <a:r>
              <a:rPr lang="en-US" sz="2600" dirty="0" err="1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js</a:t>
            </a:r>
            <a:r>
              <a:rPr lang="en-US" sz="2600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 on the total bill.</a:t>
            </a:r>
          </a:p>
          <a:p>
            <a:pPr algn="just">
              <a:lnSpc>
                <a:spcPts val="3640"/>
              </a:lnSpc>
            </a:pPr>
            <a:r>
              <a:rPr lang="en-US" sz="2600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About us information on the last of every page</a:t>
            </a:r>
          </a:p>
          <a:p>
            <a:pPr algn="just">
              <a:lnSpc>
                <a:spcPts val="3640"/>
              </a:lnSpc>
            </a:pPr>
            <a:endParaRPr lang="en-US" sz="2600" dirty="0">
              <a:solidFill>
                <a:srgbClr val="FFFFFF"/>
              </a:solidFill>
              <a:latin typeface="Now Light"/>
              <a:ea typeface="Now Light"/>
              <a:cs typeface="Now Light"/>
              <a:sym typeface="Now Ligh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62466" y="5648305"/>
            <a:ext cx="1043036" cy="75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5780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2466" y="6767184"/>
            <a:ext cx="1043036" cy="75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578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2466" y="7885058"/>
            <a:ext cx="1043036" cy="75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5780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05502" y="5711624"/>
            <a:ext cx="3452797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Casual shirts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05502" y="7948378"/>
            <a:ext cx="3882517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 dirty="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Hoodies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05502" y="6830504"/>
            <a:ext cx="3295509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Sweat shirts</a:t>
            </a:r>
          </a:p>
        </p:txBody>
      </p:sp>
      <p:pic>
        <p:nvPicPr>
          <p:cNvPr id="16" name="Picture 15" descr="A screenshot of a website&#10;&#10;Description automatically generated">
            <a:extLst>
              <a:ext uri="{FF2B5EF4-FFF2-40B4-BE49-F238E27FC236}">
                <a16:creationId xmlns:a16="http://schemas.microsoft.com/office/drawing/2014/main" id="{60FA6B58-2A02-892E-914C-A9FD481429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024" y="2263334"/>
            <a:ext cx="10920376" cy="576033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0A208F7-D95C-405A-CC16-6F993834A5A7}"/>
              </a:ext>
            </a:extLst>
          </p:cNvPr>
          <p:cNvSpPr txBox="1"/>
          <p:nvPr/>
        </p:nvSpPr>
        <p:spPr>
          <a:xfrm>
            <a:off x="762466" y="8774440"/>
            <a:ext cx="1043036" cy="811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5780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04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7F639D-E88A-AAA9-BD67-E56C79C1A9E6}"/>
              </a:ext>
            </a:extLst>
          </p:cNvPr>
          <p:cNvSpPr txBox="1"/>
          <p:nvPr/>
        </p:nvSpPr>
        <p:spPr>
          <a:xfrm>
            <a:off x="1805502" y="8824452"/>
            <a:ext cx="4159193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 dirty="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Pants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465212" y="1459670"/>
            <a:ext cx="8822788" cy="7289528"/>
            <a:chOff x="0" y="0"/>
            <a:chExt cx="2641675" cy="191987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41675" cy="1919876"/>
            </a:xfrm>
            <a:custGeom>
              <a:avLst/>
              <a:gdLst/>
              <a:ahLst/>
              <a:cxnLst/>
              <a:rect l="l" t="t" r="r" b="b"/>
              <a:pathLst>
                <a:path w="2641675" h="1919876">
                  <a:moveTo>
                    <a:pt x="0" y="0"/>
                  </a:moveTo>
                  <a:lnTo>
                    <a:pt x="2641675" y="0"/>
                  </a:lnTo>
                  <a:lnTo>
                    <a:pt x="2641675" y="1919876"/>
                  </a:lnTo>
                  <a:lnTo>
                    <a:pt x="0" y="1919876"/>
                  </a:lnTo>
                  <a:close/>
                </a:path>
              </a:pathLst>
            </a:custGeom>
            <a:solidFill>
              <a:srgbClr val="946F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641675" cy="19770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922542" y="2716453"/>
            <a:ext cx="4771111" cy="609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3"/>
              </a:lnSpc>
            </a:pPr>
            <a:r>
              <a:rPr lang="en-US" sz="4754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FEMALE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31215" y="3528936"/>
            <a:ext cx="1043036" cy="75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5780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27594" y="4726472"/>
            <a:ext cx="1043036" cy="75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5780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97074" y="5857795"/>
            <a:ext cx="1043036" cy="75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5780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66735" y="6791998"/>
            <a:ext cx="1043036" cy="75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5780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04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82361" y="3546913"/>
            <a:ext cx="3452797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Tops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61004" y="5885558"/>
            <a:ext cx="3882517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Hoodies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61004" y="4657407"/>
            <a:ext cx="3295509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Jeans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13432" y="6905675"/>
            <a:ext cx="3190651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Shawl</a:t>
            </a:r>
          </a:p>
        </p:txBody>
      </p:sp>
      <p:pic>
        <p:nvPicPr>
          <p:cNvPr id="17" name="Picture 16" descr="A person in different colors&#10;&#10;Description automatically generated">
            <a:extLst>
              <a:ext uri="{FF2B5EF4-FFF2-40B4-BE49-F238E27FC236}">
                <a16:creationId xmlns:a16="http://schemas.microsoft.com/office/drawing/2014/main" id="{B045C01B-E8AD-1E38-D7FB-458B5D2B42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9670"/>
            <a:ext cx="9663074" cy="72895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6049046" cy="4114800"/>
            <a:chOff x="0" y="0"/>
            <a:chExt cx="8065395" cy="54864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27339" b="27339"/>
            <a:stretch>
              <a:fillRect/>
            </a:stretch>
          </p:blipFill>
          <p:spPr>
            <a:xfrm>
              <a:off x="0" y="0"/>
              <a:ext cx="8065395" cy="54864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8504784" y="5143500"/>
            <a:ext cx="8172934" cy="4114800"/>
            <a:chOff x="0" y="0"/>
            <a:chExt cx="10897245" cy="548640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 t="33217" b="33217"/>
            <a:stretch>
              <a:fillRect/>
            </a:stretch>
          </p:blipFill>
          <p:spPr>
            <a:xfrm>
              <a:off x="0" y="0"/>
              <a:ext cx="10897245" cy="548640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1079127" y="5372100"/>
            <a:ext cx="6106790" cy="5414772"/>
            <a:chOff x="0" y="0"/>
            <a:chExt cx="1593164" cy="184828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93164" cy="1848289"/>
            </a:xfrm>
            <a:custGeom>
              <a:avLst/>
              <a:gdLst/>
              <a:ahLst/>
              <a:cxnLst/>
              <a:rect l="l" t="t" r="r" b="b"/>
              <a:pathLst>
                <a:path w="1593164" h="1848289">
                  <a:moveTo>
                    <a:pt x="0" y="0"/>
                  </a:moveTo>
                  <a:lnTo>
                    <a:pt x="1593164" y="0"/>
                  </a:lnTo>
                  <a:lnTo>
                    <a:pt x="1593164" y="1848289"/>
                  </a:lnTo>
                  <a:lnTo>
                    <a:pt x="0" y="1848289"/>
                  </a:lnTo>
                  <a:close/>
                </a:path>
              </a:pathLst>
            </a:custGeom>
            <a:solidFill>
              <a:srgbClr val="946F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593164" cy="19054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491784" y="2219479"/>
            <a:ext cx="4198934" cy="11236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640"/>
              </a:lnSpc>
            </a:pPr>
            <a:r>
              <a:rPr lang="en-US" sz="9000" dirty="0">
                <a:solidFill>
                  <a:srgbClr val="222222"/>
                </a:solidFill>
                <a:latin typeface="Lora"/>
                <a:ea typeface="Lora"/>
                <a:cs typeface="Lora"/>
                <a:sym typeface="Lora"/>
              </a:rPr>
              <a:t>KIDS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8668" y="5609590"/>
            <a:ext cx="4652131" cy="32145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364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Polo shirts</a:t>
            </a:r>
          </a:p>
          <a:p>
            <a:pPr marL="457200" indent="-457200" algn="just">
              <a:lnSpc>
                <a:spcPts val="364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Boys hoodies</a:t>
            </a:r>
          </a:p>
          <a:p>
            <a:pPr marL="457200" indent="-457200" algn="just">
              <a:lnSpc>
                <a:spcPts val="364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Girls jumpsuits</a:t>
            </a:r>
          </a:p>
          <a:p>
            <a:pPr marL="457200" indent="-457200" algn="just">
              <a:lnSpc>
                <a:spcPts val="364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Girls sweat shirts</a:t>
            </a:r>
          </a:p>
          <a:p>
            <a:pPr marL="457200" indent="-457200" algn="just">
              <a:lnSpc>
                <a:spcPts val="3640"/>
              </a:lnSpc>
              <a:buFont typeface="Arial" panose="020B0604020202020204" pitchFamily="34" charset="0"/>
              <a:buChar char="•"/>
            </a:pPr>
            <a:endParaRPr lang="en-US" sz="2600" dirty="0">
              <a:solidFill>
                <a:srgbClr val="FFFFFF"/>
              </a:solidFill>
              <a:latin typeface="Now Light"/>
              <a:ea typeface="Now Light"/>
              <a:cs typeface="Now Light"/>
              <a:sym typeface="Now Light"/>
            </a:endParaRPr>
          </a:p>
          <a:p>
            <a:pPr algn="just">
              <a:lnSpc>
                <a:spcPts val="3640"/>
              </a:lnSpc>
            </a:pPr>
            <a:r>
              <a:rPr lang="en-US" sz="2600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Java script applied on total bill.</a:t>
            </a:r>
          </a:p>
        </p:txBody>
      </p:sp>
      <p:pic>
        <p:nvPicPr>
          <p:cNvPr id="12" name="Picture 11" descr="A screenshot of a clothing store&#10;&#10;Description automatically generated">
            <a:extLst>
              <a:ext uri="{FF2B5EF4-FFF2-40B4-BE49-F238E27FC236}">
                <a16:creationId xmlns:a16="http://schemas.microsoft.com/office/drawing/2014/main" id="{7C8CD3CB-9E34-5539-5FED-DA69DEEC96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740" y="419099"/>
            <a:ext cx="9383740" cy="47244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22FD065-BB73-5026-F700-61E7AE0CAD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4784" y="5143500"/>
            <a:ext cx="8172934" cy="40852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71811" y="1221696"/>
            <a:ext cx="2916189" cy="7503786"/>
            <a:chOff x="0" y="0"/>
            <a:chExt cx="768050" cy="19763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8050" cy="1976306"/>
            </a:xfrm>
            <a:custGeom>
              <a:avLst/>
              <a:gdLst/>
              <a:ahLst/>
              <a:cxnLst/>
              <a:rect l="l" t="t" r="r" b="b"/>
              <a:pathLst>
                <a:path w="768050" h="1976306">
                  <a:moveTo>
                    <a:pt x="0" y="0"/>
                  </a:moveTo>
                  <a:lnTo>
                    <a:pt x="768050" y="0"/>
                  </a:lnTo>
                  <a:lnTo>
                    <a:pt x="768050" y="1976306"/>
                  </a:lnTo>
                  <a:lnTo>
                    <a:pt x="0" y="1976306"/>
                  </a:lnTo>
                  <a:close/>
                </a:path>
              </a:pathLst>
            </a:custGeom>
            <a:solidFill>
              <a:srgbClr val="946F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768050" cy="2033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07546" y="1221696"/>
            <a:ext cx="6464265" cy="7503786"/>
            <a:chOff x="0" y="0"/>
            <a:chExt cx="8619020" cy="10005048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t="11330" b="11330"/>
            <a:stretch>
              <a:fillRect/>
            </a:stretch>
          </p:blipFill>
          <p:spPr>
            <a:xfrm>
              <a:off x="0" y="0"/>
              <a:ext cx="8619020" cy="10005048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1724553" y="2682090"/>
            <a:ext cx="5932170" cy="602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3"/>
              </a:lnSpc>
            </a:pPr>
            <a:r>
              <a:rPr lang="en-US" sz="4754" dirty="0">
                <a:solidFill>
                  <a:srgbClr val="222222"/>
                </a:solidFill>
                <a:latin typeface="Lora"/>
                <a:ea typeface="Lora"/>
                <a:cs typeface="Lora"/>
                <a:sym typeface="Lora"/>
              </a:rPr>
              <a:t>ACCESSORIES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4553" y="3608658"/>
            <a:ext cx="1043036" cy="747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5780">
                <a:solidFill>
                  <a:srgbClr val="946F3B"/>
                </a:solidFill>
                <a:latin typeface="Lora"/>
                <a:ea typeface="Lora"/>
                <a:cs typeface="Lora"/>
                <a:sym typeface="Lora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4553" y="4727537"/>
            <a:ext cx="1043036" cy="747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5780">
                <a:solidFill>
                  <a:srgbClr val="946F3B"/>
                </a:solidFill>
                <a:latin typeface="Lora"/>
                <a:ea typeface="Lora"/>
                <a:cs typeface="Lora"/>
                <a:sym typeface="Lora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4553" y="5845411"/>
            <a:ext cx="1043036" cy="747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5780">
                <a:solidFill>
                  <a:srgbClr val="946F3B"/>
                </a:solidFill>
                <a:latin typeface="Lora"/>
                <a:ea typeface="Lora"/>
                <a:cs typeface="Lora"/>
                <a:sym typeface="Lora"/>
              </a:rPr>
              <a:t>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4553" y="6963285"/>
            <a:ext cx="1043036" cy="747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5780">
                <a:solidFill>
                  <a:srgbClr val="946F3B"/>
                </a:solidFill>
                <a:latin typeface="Lora"/>
                <a:ea typeface="Lora"/>
                <a:cs typeface="Lora"/>
                <a:sym typeface="Lora"/>
              </a:rPr>
              <a:t>04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67588" y="3671978"/>
            <a:ext cx="3452797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222222"/>
                </a:solidFill>
                <a:latin typeface="Now Light"/>
                <a:ea typeface="Now Light"/>
                <a:cs typeface="Now Light"/>
                <a:sym typeface="Now Light"/>
              </a:rPr>
              <a:t>Perfume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67588" y="5908731"/>
            <a:ext cx="3882517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222222"/>
                </a:solidFill>
                <a:latin typeface="Now Light"/>
                <a:ea typeface="Now Light"/>
                <a:cs typeface="Now Light"/>
                <a:sym typeface="Now Light"/>
              </a:rPr>
              <a:t>Women’s bags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67588" y="4790857"/>
            <a:ext cx="3295509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222222"/>
                </a:solidFill>
                <a:latin typeface="Now Light"/>
                <a:ea typeface="Now Light"/>
                <a:cs typeface="Now Light"/>
                <a:sym typeface="Now Light"/>
              </a:rPr>
              <a:t>Wallets</a:t>
            </a:r>
          </a:p>
          <a:p>
            <a:pPr algn="l">
              <a:lnSpc>
                <a:spcPts val="3640"/>
              </a:lnSpc>
            </a:pPr>
            <a:endParaRPr lang="en-US" sz="2600" dirty="0">
              <a:solidFill>
                <a:srgbClr val="222222"/>
              </a:solidFill>
              <a:latin typeface="Now Light"/>
              <a:ea typeface="Now Light"/>
              <a:cs typeface="Now Light"/>
              <a:sym typeface="Now Ligh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767588" y="7026605"/>
            <a:ext cx="3190651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222222"/>
                </a:solidFill>
                <a:latin typeface="Now Light"/>
                <a:ea typeface="Now Light"/>
                <a:cs typeface="Now Light"/>
                <a:sym typeface="Now Light"/>
              </a:rPr>
              <a:t>Caps</a:t>
            </a:r>
          </a:p>
        </p:txBody>
      </p:sp>
      <p:pic>
        <p:nvPicPr>
          <p:cNvPr id="17" name="Picture 16" descr="A screenshot of a website&#10;&#10;Description automatically generated">
            <a:extLst>
              <a:ext uri="{FF2B5EF4-FFF2-40B4-BE49-F238E27FC236}">
                <a16:creationId xmlns:a16="http://schemas.microsoft.com/office/drawing/2014/main" id="{9193608D-8E99-7CF6-BE00-2AE40D11C2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097" y="1221697"/>
            <a:ext cx="9938903" cy="75037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37300" y="5322154"/>
            <a:ext cx="3850700" cy="3765744"/>
            <a:chOff x="0" y="0"/>
            <a:chExt cx="1014176" cy="9918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176" cy="991801"/>
            </a:xfrm>
            <a:custGeom>
              <a:avLst/>
              <a:gdLst/>
              <a:ahLst/>
              <a:cxnLst/>
              <a:rect l="l" t="t" r="r" b="b"/>
              <a:pathLst>
                <a:path w="1014176" h="991801">
                  <a:moveTo>
                    <a:pt x="0" y="0"/>
                  </a:moveTo>
                  <a:lnTo>
                    <a:pt x="1014176" y="0"/>
                  </a:lnTo>
                  <a:lnTo>
                    <a:pt x="1014176" y="991801"/>
                  </a:lnTo>
                  <a:lnTo>
                    <a:pt x="0" y="991801"/>
                  </a:lnTo>
                  <a:close/>
                </a:path>
              </a:pathLst>
            </a:custGeom>
            <a:solidFill>
              <a:srgbClr val="946F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014176" cy="1048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2879573"/>
            <a:ext cx="2285590" cy="7407427"/>
            <a:chOff x="0" y="0"/>
            <a:chExt cx="601966" cy="19509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01966" cy="1950927"/>
            </a:xfrm>
            <a:custGeom>
              <a:avLst/>
              <a:gdLst/>
              <a:ahLst/>
              <a:cxnLst/>
              <a:rect l="l" t="t" r="r" b="b"/>
              <a:pathLst>
                <a:path w="601966" h="1950927">
                  <a:moveTo>
                    <a:pt x="0" y="0"/>
                  </a:moveTo>
                  <a:lnTo>
                    <a:pt x="601966" y="0"/>
                  </a:lnTo>
                  <a:lnTo>
                    <a:pt x="601966" y="1950927"/>
                  </a:lnTo>
                  <a:lnTo>
                    <a:pt x="0" y="1950927"/>
                  </a:lnTo>
                  <a:close/>
                </a:path>
              </a:pathLst>
            </a:custGeom>
            <a:solidFill>
              <a:srgbClr val="946F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601966" cy="20080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379504" y="5296246"/>
            <a:ext cx="7703535" cy="3765744"/>
            <a:chOff x="0" y="0"/>
            <a:chExt cx="10271381" cy="5020992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2"/>
            <a:srcRect t="33715" b="33715"/>
            <a:stretch>
              <a:fillRect/>
            </a:stretch>
          </p:blipFill>
          <p:spPr>
            <a:xfrm>
              <a:off x="0" y="0"/>
              <a:ext cx="10271381" cy="5020992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592345" y="628237"/>
            <a:ext cx="8654348" cy="1123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9000" dirty="0">
                <a:solidFill>
                  <a:srgbClr val="222222"/>
                </a:solidFill>
                <a:latin typeface="Lora"/>
                <a:ea typeface="Lora"/>
                <a:cs typeface="Lora"/>
                <a:sym typeface="Lora"/>
              </a:rPr>
              <a:t>ABOUT US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45770" y="2759103"/>
            <a:ext cx="1043036" cy="747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5780">
                <a:solidFill>
                  <a:srgbClr val="946F3B"/>
                </a:solidFill>
                <a:latin typeface="Lora"/>
                <a:ea typeface="Lora"/>
                <a:cs typeface="Lora"/>
                <a:sym typeface="Lora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82042" y="2759103"/>
            <a:ext cx="1043036" cy="747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5780">
                <a:solidFill>
                  <a:srgbClr val="946F3B"/>
                </a:solidFill>
                <a:latin typeface="Lora"/>
                <a:ea typeface="Lora"/>
                <a:cs typeface="Lora"/>
                <a:sym typeface="Lora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45770" y="3877982"/>
            <a:ext cx="1043036" cy="747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5780">
                <a:solidFill>
                  <a:srgbClr val="946F3B"/>
                </a:solidFill>
                <a:latin typeface="Lora"/>
                <a:ea typeface="Lora"/>
                <a:cs typeface="Lora"/>
                <a:sym typeface="Lora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82042" y="3877982"/>
            <a:ext cx="1043036" cy="747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5780">
                <a:solidFill>
                  <a:srgbClr val="946F3B"/>
                </a:solidFill>
                <a:latin typeface="Lora"/>
                <a:ea typeface="Lora"/>
                <a:cs typeface="Lora"/>
                <a:sym typeface="Lora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88806" y="2822423"/>
            <a:ext cx="2518287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222222"/>
                </a:solidFill>
                <a:latin typeface="Now Light"/>
                <a:ea typeface="Now Light"/>
                <a:cs typeface="Now Light"/>
                <a:sym typeface="Now Light"/>
              </a:rPr>
              <a:t>About store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925078" y="2822423"/>
            <a:ext cx="370766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222222"/>
                </a:solidFill>
                <a:latin typeface="Now Light"/>
                <a:ea typeface="Now Light"/>
                <a:cs typeface="Now Light"/>
                <a:sym typeface="Now Light"/>
              </a:rPr>
              <a:t>Location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88806" y="3941302"/>
            <a:ext cx="2893236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222222"/>
                </a:solidFill>
                <a:latin typeface="Now Light"/>
                <a:ea typeface="Now Light"/>
                <a:cs typeface="Now Light"/>
                <a:sym typeface="Now Light"/>
              </a:rPr>
              <a:t>Feedback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925078" y="3941302"/>
            <a:ext cx="3295509" cy="90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222222"/>
                </a:solidFill>
                <a:latin typeface="Now Light"/>
                <a:ea typeface="Now Light"/>
                <a:cs typeface="Now Light"/>
                <a:sym typeface="Now Light"/>
              </a:rPr>
              <a:t>Phone, address, email</a:t>
            </a:r>
          </a:p>
        </p:txBody>
      </p:sp>
      <p:grpSp>
        <p:nvGrpSpPr>
          <p:cNvPr id="21" name="Group 21"/>
          <p:cNvGrpSpPr/>
          <p:nvPr/>
        </p:nvGrpSpPr>
        <p:grpSpPr>
          <a:xfrm rot="-5400000">
            <a:off x="-650853" y="7410576"/>
            <a:ext cx="3789424" cy="869043"/>
            <a:chOff x="0" y="0"/>
            <a:chExt cx="998038" cy="22888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98038" cy="228884"/>
            </a:xfrm>
            <a:custGeom>
              <a:avLst/>
              <a:gdLst/>
              <a:ahLst/>
              <a:cxnLst/>
              <a:rect l="l" t="t" r="r" b="b"/>
              <a:pathLst>
                <a:path w="998038" h="228884">
                  <a:moveTo>
                    <a:pt x="114442" y="0"/>
                  </a:moveTo>
                  <a:lnTo>
                    <a:pt x="883596" y="0"/>
                  </a:lnTo>
                  <a:cubicBezTo>
                    <a:pt x="946800" y="0"/>
                    <a:pt x="998038" y="51237"/>
                    <a:pt x="998038" y="114442"/>
                  </a:cubicBezTo>
                  <a:lnTo>
                    <a:pt x="998038" y="114442"/>
                  </a:lnTo>
                  <a:cubicBezTo>
                    <a:pt x="998038" y="177646"/>
                    <a:pt x="946800" y="228884"/>
                    <a:pt x="883596" y="228884"/>
                  </a:cubicBezTo>
                  <a:lnTo>
                    <a:pt x="114442" y="228884"/>
                  </a:lnTo>
                  <a:cubicBezTo>
                    <a:pt x="51237" y="228884"/>
                    <a:pt x="0" y="177646"/>
                    <a:pt x="0" y="114442"/>
                  </a:cubicBezTo>
                  <a:lnTo>
                    <a:pt x="0" y="114442"/>
                  </a:lnTo>
                  <a:cubicBezTo>
                    <a:pt x="0" y="51237"/>
                    <a:pt x="51237" y="0"/>
                    <a:pt x="11444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1F0EE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998038" cy="286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r>
                <a:rPr lang="en-US" sz="2600" dirty="0" err="1">
                  <a:solidFill>
                    <a:srgbClr val="FFFFFF"/>
                  </a:solidFill>
                  <a:latin typeface="Now Light"/>
                  <a:ea typeface="Now Light"/>
                  <a:cs typeface="Now Light"/>
                  <a:sym typeface="Now Light"/>
                </a:rPr>
                <a:t>VogueVista</a:t>
              </a:r>
              <a:endParaRPr lang="en-US" sz="2600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endParaRPr>
            </a:p>
          </p:txBody>
        </p:sp>
      </p:grpSp>
      <p:pic>
        <p:nvPicPr>
          <p:cNvPr id="27" name="Picture 26" descr="A map with a location on it&#10;&#10;Description automatically generated">
            <a:extLst>
              <a:ext uri="{FF2B5EF4-FFF2-40B4-BE49-F238E27FC236}">
                <a16:creationId xmlns:a16="http://schemas.microsoft.com/office/drawing/2014/main" id="{5D069F37-AD61-7A05-95B7-AF079FFC4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537" y="1860374"/>
            <a:ext cx="6097023" cy="6199314"/>
          </a:xfrm>
          <a:prstGeom prst="rect">
            <a:avLst/>
          </a:prstGeom>
        </p:spPr>
      </p:pic>
      <p:pic>
        <p:nvPicPr>
          <p:cNvPr id="29" name="Picture 28" descr="A screenshot of a computer&#10;&#10;Description automatically generated">
            <a:extLst>
              <a:ext uri="{FF2B5EF4-FFF2-40B4-BE49-F238E27FC236}">
                <a16:creationId xmlns:a16="http://schemas.microsoft.com/office/drawing/2014/main" id="{20018417-5CF5-7CEB-C882-91E91D8F6D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984" y="5296247"/>
            <a:ext cx="8746550" cy="38770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59502" y="0"/>
            <a:ext cx="5128498" cy="10287000"/>
            <a:chOff x="0" y="0"/>
            <a:chExt cx="135071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50716" cy="2709333"/>
            </a:xfrm>
            <a:custGeom>
              <a:avLst/>
              <a:gdLst/>
              <a:ahLst/>
              <a:cxnLst/>
              <a:rect l="l" t="t" r="r" b="b"/>
              <a:pathLst>
                <a:path w="1350716" h="2709333">
                  <a:moveTo>
                    <a:pt x="0" y="0"/>
                  </a:moveTo>
                  <a:lnTo>
                    <a:pt x="1350716" y="0"/>
                  </a:lnTo>
                  <a:lnTo>
                    <a:pt x="135071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46F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350716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8814966" y="4463083"/>
            <a:ext cx="8360038" cy="4795217"/>
            <a:chOff x="0" y="0"/>
            <a:chExt cx="7981950" cy="4578350"/>
          </a:xfrm>
        </p:grpSpPr>
        <p:sp>
          <p:nvSpPr>
            <p:cNvPr id="6" name="Freeform 6"/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l="l" t="t" r="r" b="b"/>
              <a:pathLst>
                <a:path w="6451600" h="432689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l="l" t="t" r="r" b="b"/>
              <a:pathLst>
                <a:path w="7981950" h="454279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l="l" t="t" r="r" b="b"/>
              <a:pathLst>
                <a:path w="1059180" h="9652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l="l" t="t" r="r" b="b"/>
              <a:pathLst>
                <a:path w="7654290" h="3556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962660" y="276860"/>
              <a:ext cx="6055360" cy="3789680"/>
            </a:xfrm>
            <a:custGeom>
              <a:avLst/>
              <a:gdLst/>
              <a:ahLst/>
              <a:cxnLst/>
              <a:rect l="l" t="t" r="r" b="b"/>
              <a:pathLst>
                <a:path w="6055360" h="378968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2"/>
              <a:stretch>
                <a:fillRect t="-69839" b="-6983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571787" y="6840545"/>
            <a:ext cx="5123557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6000" b="1" dirty="0">
                <a:solidFill>
                  <a:schemeClr val="bg2">
                    <a:lumMod val="50000"/>
                  </a:schemeClr>
                </a:solidFill>
                <a:latin typeface="Now Bold"/>
                <a:ea typeface="Now Bold"/>
                <a:cs typeface="Now Bold"/>
                <a:sym typeface="Now Bold"/>
              </a:rPr>
              <a:t>THANK YOU</a:t>
            </a:r>
          </a:p>
          <a:p>
            <a:pPr algn="l">
              <a:lnSpc>
                <a:spcPts val="3640"/>
              </a:lnSpc>
            </a:pPr>
            <a:endParaRPr lang="en-US" sz="5000" b="1" dirty="0">
              <a:solidFill>
                <a:schemeClr val="bg2">
                  <a:lumMod val="50000"/>
                </a:schemeClr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126</Words>
  <Application>Microsoft Office PowerPoint</Application>
  <PresentationFormat>Custom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Lora</vt:lpstr>
      <vt:lpstr>Now Bold</vt:lpstr>
      <vt:lpstr>Now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Photography Fashion Presentation</dc:title>
  <dc:creator>Ayesha Chaudhary</dc:creator>
  <cp:lastModifiedBy>Ayesha Chaudhary</cp:lastModifiedBy>
  <cp:revision>4</cp:revision>
  <dcterms:created xsi:type="dcterms:W3CDTF">2006-08-16T00:00:00Z</dcterms:created>
  <dcterms:modified xsi:type="dcterms:W3CDTF">2024-12-11T09:41:29Z</dcterms:modified>
  <dc:identifier>DAGYJ_Cci3U</dc:identifier>
</cp:coreProperties>
</file>